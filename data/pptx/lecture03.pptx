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Kernmodell ist die Kreditrisikobewertung per logistischer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 im Finanzwesen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Vorhersage von Kreditausfällen</a:t>
            </a:r>
          </a:p>
          <a:p>
            <a:r>
              <a:t>Betrugserkennung in Echtzeit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Robo-Advisory automatisiert die Anlageberatung</a:t>
            </a:r>
          </a:p>
          <a:p>
            <a:r>
              <a:t>Chatbots beantworten Kundenanfragen rund um die Uhr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Kernmodell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